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A6FA5">
              <a:alpha val="20000"/>
            </a:srgbClr>
          </a:solidFill>
          <a:ln w="12700">
            <a:solidFill>
              <a:srgbClr val="4A6FA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91840"/>
            <a:ext cx="2011680" cy="2011680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>
                <a:alpha val="1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417320"/>
            <a:ext cx="2560320" cy="292608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2FF"/>
                </a:solidFill>
              </a:rPr>
              <a:t>AGENTIC AI · LANGGRAPH · OPENAI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1480" y="1810512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Writing Agent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11480" y="310896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plans, researches, writes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illustrates full blog posts — end to end.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754880"/>
            <a:ext cx="8321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github.com/DaniManas/blog-planning-writing-agent  ·  Built with LangGraph · OpenAI · Tavily ·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writing tools are glorified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wrappers.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138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64008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391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0116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→ one output, no structure or planning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807208"/>
            <a:ext cx="8138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807208"/>
            <a:ext cx="64008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71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9443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whether research is actually needed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3739896"/>
            <a:ext cx="8138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739896"/>
            <a:ext cx="64008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0448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87705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written without context of each other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00C2FF">
              <a:alpha val="12000"/>
            </a:srgbClr>
          </a:solidFill>
          <a:ln w="12700">
            <a:solidFill>
              <a:srgbClr val="00C2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2560320" cy="256032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to think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they act.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agent builds a structured Plan — with typed Tasks, target word counts, and research flags — before writing a single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15968"/>
            <a:ext cx="13716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A2456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agentic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01752" y="1280160"/>
            <a:ext cx="1554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1752" y="1280160"/>
            <a:ext cx="155448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536192"/>
            <a:ext cx="530352" cy="530352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" y="22402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670048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Classifies topic: closed_book, hybrid, or open_book mode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56232" y="2990088"/>
            <a:ext cx="182880" cy="0"/>
          </a:xfrm>
          <a:prstGeom prst="line">
            <a:avLst/>
          </a:prstGeom>
          <a:noFill/>
          <a:ln w="19050">
            <a:solidFill>
              <a:srgbClr val="8898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1280160"/>
            <a:ext cx="1554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280160"/>
            <a:ext cx="155448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1176" y="1536192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12264" y="22402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0552" y="2670048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Tavily search — gathers &amp; deduplicates evidence by recency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93592" y="2990088"/>
            <a:ext cx="182880" cy="0"/>
          </a:xfrm>
          <a:prstGeom prst="line">
            <a:avLst/>
          </a:prstGeom>
          <a:noFill/>
          <a:ln w="19050">
            <a:solidFill>
              <a:srgbClr val="8898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6472" y="1280160"/>
            <a:ext cx="1554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76472" y="1280160"/>
            <a:ext cx="1554480" cy="91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88536" y="1536192"/>
            <a:ext cx="530352" cy="530352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49624" y="22402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67912" y="2670048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Builds a typed Plan: title, audience, tone &amp; 5-9 Tasks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30952" y="2990088"/>
            <a:ext cx="182880" cy="0"/>
          </a:xfrm>
          <a:prstGeom prst="line">
            <a:avLst/>
          </a:prstGeom>
          <a:noFill/>
          <a:ln w="19050">
            <a:solidFill>
              <a:srgbClr val="8898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1280160"/>
            <a:ext cx="1554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13832" y="1280160"/>
            <a:ext cx="15544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536192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86984" y="22402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05272" y="2670048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Parallel fanout — each Task goes to its own writer node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68312" y="2990088"/>
            <a:ext cx="182880" cy="0"/>
          </a:xfrm>
          <a:prstGeom prst="line">
            <a:avLst/>
          </a:prstGeom>
          <a:noFill/>
          <a:ln w="19050">
            <a:solidFill>
              <a:srgbClr val="8898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51192" y="1280160"/>
            <a:ext cx="1554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1280160"/>
            <a:ext cx="1554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153619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324344" y="22402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42632" y="2670048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</a:rPr>
              <a:t>Merges sections, generates AI images, outputs Markdown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production-grade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64008" cy="13716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9344"/>
            <a:ext cx="566928" cy="566928"/>
          </a:xfrm>
          <a:prstGeom prst="ellipse">
            <a:avLst/>
          </a:prstGeom>
          <a:solidFill>
            <a:srgbClr val="00C2FF">
              <a:alpha val="85000"/>
            </a:srgbClr>
          </a:solidFill>
          <a:ln w="12700">
            <a:solidFill>
              <a:srgbClr val="00C2FF">
                <a:alpha val="8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7335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85623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State machine &amp; agentic graph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26187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61872"/>
            <a:ext cx="64008" cy="1371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609344"/>
            <a:ext cx="566928" cy="566928"/>
          </a:xfrm>
          <a:prstGeom prst="ellipse">
            <a:avLst/>
          </a:prstGeom>
          <a:solidFill>
            <a:srgbClr val="6D28D9">
              <a:alpha val="85000"/>
            </a:srgbClr>
          </a:solidFill>
          <a:ln w="12700">
            <a:solidFill>
              <a:srgbClr val="6D28D9">
                <a:alpha val="8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67335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463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69080" y="185623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Text generation for all nodes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126187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261872"/>
            <a:ext cx="64008" cy="13716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609344"/>
            <a:ext cx="566928" cy="566928"/>
          </a:xfrm>
          <a:prstGeom prst="ellipse">
            <a:avLst/>
          </a:prstGeom>
          <a:solidFill>
            <a:srgbClr val="DB2777">
              <a:alpha val="85000"/>
            </a:srgbClr>
          </a:solidFill>
          <a:ln w="12700">
            <a:solidFill>
              <a:srgbClr val="DB2777">
                <a:alpha val="8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67335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4630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gpt-image-1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03720" y="185623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AI image generation &amp; placement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5760" y="28163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2816352"/>
            <a:ext cx="64008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3163824"/>
            <a:ext cx="566928" cy="566928"/>
          </a:xfrm>
          <a:prstGeom prst="ellipse">
            <a:avLst/>
          </a:prstGeom>
          <a:solidFill>
            <a:srgbClr val="0284C7">
              <a:alpha val="85000"/>
            </a:srgbClr>
          </a:solidFill>
          <a:ln w="12700">
            <a:solidFill>
              <a:srgbClr val="0284C7">
                <a:alpha val="8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227832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34440" y="341071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Live web research &amp; evidence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0" y="28163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816352"/>
            <a:ext cx="6400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163824"/>
            <a:ext cx="566928" cy="566928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227832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69080" y="341071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Interactive UI with live logs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35040" y="2816352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35040" y="2816352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17920" y="3163824"/>
            <a:ext cx="566928" cy="566928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27832"/>
            <a:ext cx="438912" cy="4389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903720" y="3410712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API server &amp; typed schemas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WHAT YOU 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Streamlit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tab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BB"/>
                </a:solidFill>
              </a:rPr>
              <a:t>Structured outline with task table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Evidence tab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BB"/>
                </a:solidFill>
              </a:rPr>
              <a:t>Tavily sources with dates &amp; URLs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Preview tab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472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BB"/>
                </a:solidFill>
              </a:rPr>
              <a:t>Rendered Markdown + download buttons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Images tab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041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BB"/>
                </a:solidFill>
              </a:rPr>
              <a:t>AI-generated visuals for the post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Logs tab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6360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898BB"/>
                </a:solidFill>
              </a:rPr>
              <a:t>Live streaming graph event log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0" y="457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14800" y="1078992"/>
            <a:ext cx="466344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4A6FA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123444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00600" y="1188720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.md or .zip bundle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14800" y="2011680"/>
            <a:ext cx="466344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4A6FA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167128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00600" y="21214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blogs library in sidebar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114800" y="2944368"/>
            <a:ext cx="466344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4A6FA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099816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00600" y="30540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graph progress in real time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114800" y="3877056"/>
            <a:ext cx="4663440" cy="749808"/>
          </a:xfrm>
          <a:prstGeom prst="rect">
            <a:avLst/>
          </a:prstGeom>
          <a:solidFill>
            <a:srgbClr val="1A2456"/>
          </a:solidFill>
          <a:ln w="12700">
            <a:solidFill>
              <a:srgbClr val="4A6FA5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4032504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00600" y="3986784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 on every LLM call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1A2456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94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C2FF"/>
                </a:solidFill>
              </a:rPr>
              <a:t>OPEN SOURCE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7315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repo, clone it, and run your first AI-planned blog post in minutes.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5029200" cy="566928"/>
          </a:xfrm>
          <a:prstGeom prst="rect">
            <a:avLst/>
          </a:prstGeom>
          <a:solidFill>
            <a:srgbClr val="1A2456"/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735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320040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github.com/DaniManas/blog-planning-writing-agent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4005072"/>
            <a:ext cx="132588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0050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LangGraph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901952" y="4005072"/>
            <a:ext cx="105156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01952" y="400507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OpenAI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18104" y="4005072"/>
            <a:ext cx="105156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18104" y="400507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Tavily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34256" y="4005072"/>
            <a:ext cx="132588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34256" y="40050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Streamlit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24728" y="4005072"/>
            <a:ext cx="114300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24728" y="40050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FastAPI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132320" y="4005072"/>
            <a:ext cx="1234440" cy="320040"/>
          </a:xfrm>
          <a:prstGeom prst="rect">
            <a:avLst/>
          </a:prstGeom>
          <a:solidFill>
            <a:srgbClr val="1A2456">
              <a:alpha val="70000"/>
            </a:srgbClr>
          </a:solidFill>
          <a:ln w="12700">
            <a:solidFill>
              <a:srgbClr val="4A6FA5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0" y="40050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8F0"/>
                </a:solidFill>
              </a:rPr>
              <a:t>Pydantic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8B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2026-03-01T05:16:53Z</dcterms:created>
  <dcterms:modified xsi:type="dcterms:W3CDTF">2026-03-01T05:16:53Z</dcterms:modified>
</cp:coreProperties>
</file>